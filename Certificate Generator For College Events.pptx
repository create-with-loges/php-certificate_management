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00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5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69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3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8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2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561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665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5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C3E50"/>
                </a:solidFill>
                <a:latin typeface="Times New Roman"/>
              </a:defRPr>
            </a:pPr>
            <a:r>
              <a:rPr sz="4000" dirty="0"/>
              <a:t>Certificate GENARATOR</a:t>
            </a:r>
            <a:br>
              <a:rPr sz="4000" dirty="0"/>
            </a:br>
            <a:r>
              <a:rPr sz="4000" dirty="0"/>
              <a:t> </a:t>
            </a:r>
            <a:r>
              <a:rPr sz="4000" dirty="0" err="1"/>
              <a:t>fOR</a:t>
            </a:r>
            <a:r>
              <a:rPr sz="4000" dirty="0"/>
              <a:t> </a:t>
            </a:r>
            <a:br>
              <a:rPr sz="4000" dirty="0"/>
            </a:br>
            <a:r>
              <a:rPr sz="4000" dirty="0"/>
              <a:t>COLLEGE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3200">
                <a:solidFill>
                  <a:srgbClr val="333333"/>
                </a:solidFill>
                <a:latin typeface="Times New Roman"/>
              </a:defRPr>
            </a:pPr>
            <a:r>
              <a:t>A Web Application for College Tech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  <a:latin typeface="Times New Roman"/>
              </a:defRPr>
            </a:pPr>
            <a:r>
              <a:t>1. 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The Certificate Management System is a web-based application designed to automate the process of issuing certificates.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It serves as a centralized platform for college tech events.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Administrators can easily generate and issue certificates to participants.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Participants can log in to view, download, and request corrections for their certificates.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The goal is to reduce paperwork and make certificate distribution efficient and eco-friendly.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  <a:latin typeface="Times New Roman"/>
              </a:defRPr>
            </a:pPr>
            <a:r>
              <a:t>2. Hardware &amp; Software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939219"/>
            <a:ext cx="7680960" cy="4694493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b="1" dirty="0"/>
              <a:t>Hardware Requirements: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RAM: 2 GB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ROM: 256 GB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Processor: Compatible with Windows 7 (32-bit)</a:t>
            </a:r>
            <a:endParaRPr lang="en-US" sz="43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endParaRPr sz="43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b="1" dirty="0"/>
              <a:t>Software Requirements: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OS: Windows 7 (32-bit)</a:t>
            </a:r>
            <a:endParaRPr lang="en-US" sz="43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lang="en-US" sz="4300"/>
              <a:t>   - HTML, CSS</a:t>
            </a:r>
            <a:endParaRPr sz="43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Server Environment: XAMPP v3.2.2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Language: PHP v7.3.2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4300" dirty="0"/>
              <a:t>    - Database: MySQL v5.10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  <a:latin typeface="Times New Roman"/>
              </a:defRPr>
            </a:pPr>
            <a:r>
              <a:t>3.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Constraint of Time: Manual writing or printing of certificates takes a lot of time.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Distribution Issues: Distributing physical certificates to hundreds of students is difficult.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Human Errors: Spelling mistakes in names involve re-printing, leading to waste.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Record Maintenance: Keeping track of who received a certificate on paper is hard to manage.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Lack of Access: Students cannot access their certificates digitally if they lose the hard copy.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598" y="142265"/>
            <a:ext cx="7680960" cy="1371600"/>
          </a:xfrm>
        </p:spPr>
        <p:txBody>
          <a:bodyPr/>
          <a:lstStyle/>
          <a:p>
            <a:pPr>
              <a:defRPr sz="4000" b="1">
                <a:solidFill>
                  <a:srgbClr val="2C3E50"/>
                </a:solidFill>
                <a:latin typeface="Times New Roman"/>
              </a:defRPr>
            </a:pPr>
            <a:r>
              <a:rPr dirty="0"/>
              <a:t>4. 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921305"/>
            <a:ext cx="7680960" cy="4987795"/>
          </a:xfrm>
        </p:spPr>
        <p:txBody>
          <a:bodyPr>
            <a:noAutofit/>
          </a:bodyPr>
          <a:lstStyle/>
          <a:p>
            <a:endParaRPr sz="14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b="1" dirty="0"/>
              <a:t>Existing System: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Entirely manual process.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Organizers collect names manually and print certificates.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High cost of printing and paper.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No backup for lost certificates.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endParaRPr sz="1400" dirty="0"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b="1" dirty="0"/>
              <a:t>Proposed System: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Fully automated and digital.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Database stores all records permanently.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Instant generation and distribution.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- Cost-effective and paperless.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  <a:latin typeface="Times New Roman"/>
              </a:defRPr>
            </a:pPr>
            <a:r>
              <a:t>5.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The proposed system is a Web Application built with PHP and MySQL.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It provides role-based access for Admins and Users.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Admins can bulk-generate certificates for events.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Users can securely login to download their certificates in PDF format.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Includes a correction request system for fixing name errors before final printing.</a:t>
            </a:r>
          </a:p>
          <a:p>
            <a:pPr>
              <a:spcAft>
                <a:spcPts val="1400"/>
              </a:spcAft>
              <a:defRPr sz="2400">
                <a:solidFill>
                  <a:srgbClr val="333333"/>
                </a:solidFill>
                <a:latin typeface="Times New Roman"/>
              </a:defRPr>
            </a:pPr>
            <a:r>
              <a:t>Ensures data integrity and easy accessibility.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2EFE-3ACA-46D0-C46B-0D5EBD14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3FFEC6-5328-E551-1205-1FD26A411962}"/>
              </a:ext>
            </a:extLst>
          </p:cNvPr>
          <p:cNvSpPr/>
          <p:nvPr/>
        </p:nvSpPr>
        <p:spPr>
          <a:xfrm>
            <a:off x="0" y="0"/>
            <a:ext cx="9080655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3B426-D283-16CD-C264-8D6205F150FA}"/>
              </a:ext>
            </a:extLst>
          </p:cNvPr>
          <p:cNvSpPr/>
          <p:nvPr/>
        </p:nvSpPr>
        <p:spPr>
          <a:xfrm>
            <a:off x="0" y="6492240"/>
            <a:ext cx="9080655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406F1-7420-D991-37C7-84F420F4505E}"/>
              </a:ext>
            </a:extLst>
          </p:cNvPr>
          <p:cNvSpPr txBox="1"/>
          <p:nvPr/>
        </p:nvSpPr>
        <p:spPr>
          <a:xfrm>
            <a:off x="457200" y="744772"/>
            <a:ext cx="2169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1400"/>
              <a:t>6. Dataflow Diagram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DB13B-5867-0D86-4071-56641E3FBAA0}"/>
              </a:ext>
            </a:extLst>
          </p:cNvPr>
          <p:cNvSpPr txBox="1"/>
          <p:nvPr/>
        </p:nvSpPr>
        <p:spPr>
          <a:xfrm>
            <a:off x="304800" y="1811572"/>
            <a:ext cx="995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lang="en-US" sz="1400" dirty="0"/>
              <a:t>Level 0 :</a:t>
            </a:r>
            <a:endParaRPr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9602BB-18EE-6036-DDBE-65D0AA241CD2}"/>
              </a:ext>
            </a:extLst>
          </p:cNvPr>
          <p:cNvSpPr/>
          <p:nvPr/>
        </p:nvSpPr>
        <p:spPr>
          <a:xfrm>
            <a:off x="3535796" y="2863977"/>
            <a:ext cx="1500193" cy="13365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0A954D-FA0A-E0D0-7DAF-4A86AA533DEC}"/>
              </a:ext>
            </a:extLst>
          </p:cNvPr>
          <p:cNvCxnSpPr>
            <a:cxnSpLocks/>
          </p:cNvCxnSpPr>
          <p:nvPr/>
        </p:nvCxnSpPr>
        <p:spPr>
          <a:xfrm>
            <a:off x="6755987" y="309360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68BFB4-F35C-FB1B-EF15-26E41D1659FA}"/>
              </a:ext>
            </a:extLst>
          </p:cNvPr>
          <p:cNvCxnSpPr>
            <a:cxnSpLocks/>
          </p:cNvCxnSpPr>
          <p:nvPr/>
        </p:nvCxnSpPr>
        <p:spPr>
          <a:xfrm>
            <a:off x="6755987" y="3096651"/>
            <a:ext cx="12349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1A9F5C-1BB8-64CE-B098-4543A75E3932}"/>
              </a:ext>
            </a:extLst>
          </p:cNvPr>
          <p:cNvCxnSpPr>
            <a:cxnSpLocks/>
          </p:cNvCxnSpPr>
          <p:nvPr/>
        </p:nvCxnSpPr>
        <p:spPr>
          <a:xfrm>
            <a:off x="6755987" y="3962283"/>
            <a:ext cx="1234969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808497-EE73-4A6D-33BF-F084A49257D5}"/>
              </a:ext>
            </a:extLst>
          </p:cNvPr>
          <p:cNvCxnSpPr>
            <a:cxnSpLocks/>
          </p:cNvCxnSpPr>
          <p:nvPr/>
        </p:nvCxnSpPr>
        <p:spPr>
          <a:xfrm>
            <a:off x="6938867" y="309665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F349D01C-834F-14E1-1253-7B78960E39D9}"/>
              </a:ext>
            </a:extLst>
          </p:cNvPr>
          <p:cNvSpPr/>
          <p:nvPr/>
        </p:nvSpPr>
        <p:spPr>
          <a:xfrm>
            <a:off x="353569" y="3156118"/>
            <a:ext cx="1731264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Admin</a:t>
            </a:r>
            <a:endParaRPr lang="en-IN" sz="14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42A5AB-9F4D-3271-0085-E06CE3F15261}"/>
              </a:ext>
            </a:extLst>
          </p:cNvPr>
          <p:cNvCxnSpPr>
            <a:cxnSpLocks/>
          </p:cNvCxnSpPr>
          <p:nvPr/>
        </p:nvCxnSpPr>
        <p:spPr>
          <a:xfrm>
            <a:off x="2084832" y="3527973"/>
            <a:ext cx="1434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032674-F69F-562E-7603-7671543D2814}"/>
              </a:ext>
            </a:extLst>
          </p:cNvPr>
          <p:cNvSpPr txBox="1"/>
          <p:nvPr/>
        </p:nvSpPr>
        <p:spPr>
          <a:xfrm>
            <a:off x="6999712" y="3338992"/>
            <a:ext cx="932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users</a:t>
            </a:r>
            <a:endParaRPr lang="en-IN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BC7D2D-0548-9A2F-A284-B39E30A2D7DB}"/>
              </a:ext>
            </a:extLst>
          </p:cNvPr>
          <p:cNvCxnSpPr>
            <a:cxnSpLocks/>
          </p:cNvCxnSpPr>
          <p:nvPr/>
        </p:nvCxnSpPr>
        <p:spPr>
          <a:xfrm>
            <a:off x="5067395" y="3541659"/>
            <a:ext cx="1670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11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E9A74-C038-1D57-A87F-F0526750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AA7D-DF34-59B0-F879-3D0AC4B48FE3}"/>
              </a:ext>
            </a:extLst>
          </p:cNvPr>
          <p:cNvSpPr txBox="1">
            <a:spLocks/>
          </p:cNvSpPr>
          <p:nvPr/>
        </p:nvSpPr>
        <p:spPr>
          <a:xfrm rot="10800000" flipV="1">
            <a:off x="658368" y="144472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1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2A488B-B93F-9F03-C639-3F257A101B14}"/>
              </a:ext>
            </a:extLst>
          </p:cNvPr>
          <p:cNvSpPr/>
          <p:nvPr/>
        </p:nvSpPr>
        <p:spPr>
          <a:xfrm>
            <a:off x="3535796" y="1014241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 student 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212028-1FE0-E4FF-D4A4-AC95966AE39D}"/>
              </a:ext>
            </a:extLst>
          </p:cNvPr>
          <p:cNvCxnSpPr/>
          <p:nvPr/>
        </p:nvCxnSpPr>
        <p:spPr>
          <a:xfrm>
            <a:off x="5307556" y="3786538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EBB995-9CD6-DD70-1916-27A28405F806}"/>
              </a:ext>
            </a:extLst>
          </p:cNvPr>
          <p:cNvCxnSpPr/>
          <p:nvPr/>
        </p:nvCxnSpPr>
        <p:spPr>
          <a:xfrm>
            <a:off x="6885384" y="1273438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3CA444-83FE-C786-C618-66FAB280EB58}"/>
              </a:ext>
            </a:extLst>
          </p:cNvPr>
          <p:cNvCxnSpPr/>
          <p:nvPr/>
        </p:nvCxnSpPr>
        <p:spPr>
          <a:xfrm>
            <a:off x="6885384" y="1276486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805BC-74F7-0E89-3B65-42FBE35BE0CA}"/>
              </a:ext>
            </a:extLst>
          </p:cNvPr>
          <p:cNvCxnSpPr>
            <a:cxnSpLocks/>
          </p:cNvCxnSpPr>
          <p:nvPr/>
        </p:nvCxnSpPr>
        <p:spPr>
          <a:xfrm>
            <a:off x="6885384" y="2142118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45C9B0-C5BB-63A8-FCD7-0AD9EF2953A4}"/>
              </a:ext>
            </a:extLst>
          </p:cNvPr>
          <p:cNvCxnSpPr>
            <a:cxnSpLocks/>
          </p:cNvCxnSpPr>
          <p:nvPr/>
        </p:nvCxnSpPr>
        <p:spPr>
          <a:xfrm>
            <a:off x="7068264" y="1276486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4F5A8BE-31B2-7E8A-B5BF-15E2A62A6C2C}"/>
              </a:ext>
            </a:extLst>
          </p:cNvPr>
          <p:cNvSpPr/>
          <p:nvPr/>
        </p:nvSpPr>
        <p:spPr>
          <a:xfrm>
            <a:off x="353568" y="1318701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D6494A-A91E-F2D0-11CE-E6835862C780}"/>
              </a:ext>
            </a:extLst>
          </p:cNvPr>
          <p:cNvCxnSpPr>
            <a:cxnSpLocks/>
          </p:cNvCxnSpPr>
          <p:nvPr/>
        </p:nvCxnSpPr>
        <p:spPr>
          <a:xfrm>
            <a:off x="2084832" y="1699182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EC63F0-9F5C-179B-B1D6-D4907780EA76}"/>
              </a:ext>
            </a:extLst>
          </p:cNvPr>
          <p:cNvSpPr txBox="1"/>
          <p:nvPr/>
        </p:nvSpPr>
        <p:spPr>
          <a:xfrm>
            <a:off x="7129109" y="1518827"/>
            <a:ext cx="9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29BF01-A3A1-F12B-2922-FE8DA3ECBA59}"/>
              </a:ext>
            </a:extLst>
          </p:cNvPr>
          <p:cNvCxnSpPr>
            <a:cxnSpLocks/>
          </p:cNvCxnSpPr>
          <p:nvPr/>
        </p:nvCxnSpPr>
        <p:spPr>
          <a:xfrm>
            <a:off x="4416260" y="2380320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E79C14E-0651-6132-1042-186682565215}"/>
              </a:ext>
            </a:extLst>
          </p:cNvPr>
          <p:cNvSpPr/>
          <p:nvPr/>
        </p:nvSpPr>
        <p:spPr>
          <a:xfrm>
            <a:off x="3560996" y="3099768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Generate certificate &amp; send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9CF3FE-3D98-4308-7660-F6138293160D}"/>
              </a:ext>
            </a:extLst>
          </p:cNvPr>
          <p:cNvCxnSpPr/>
          <p:nvPr/>
        </p:nvCxnSpPr>
        <p:spPr>
          <a:xfrm>
            <a:off x="7001208" y="3338482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B8A21A-759F-097C-514E-E434D2ADBB42}"/>
              </a:ext>
            </a:extLst>
          </p:cNvPr>
          <p:cNvCxnSpPr/>
          <p:nvPr/>
        </p:nvCxnSpPr>
        <p:spPr>
          <a:xfrm>
            <a:off x="7001208" y="3329338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8B1DB5-92AA-5F9E-28CD-342B2969608B}"/>
              </a:ext>
            </a:extLst>
          </p:cNvPr>
          <p:cNvCxnSpPr>
            <a:cxnSpLocks/>
          </p:cNvCxnSpPr>
          <p:nvPr/>
        </p:nvCxnSpPr>
        <p:spPr>
          <a:xfrm>
            <a:off x="7001208" y="4207162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61F07F-64EF-C446-094E-C5070AC348E0}"/>
              </a:ext>
            </a:extLst>
          </p:cNvPr>
          <p:cNvCxnSpPr>
            <a:cxnSpLocks/>
          </p:cNvCxnSpPr>
          <p:nvPr/>
        </p:nvCxnSpPr>
        <p:spPr>
          <a:xfrm>
            <a:off x="7184088" y="3341530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D94806-82FB-1196-4BB9-5A0C88D5A7EE}"/>
              </a:ext>
            </a:extLst>
          </p:cNvPr>
          <p:cNvSpPr txBox="1"/>
          <p:nvPr/>
        </p:nvSpPr>
        <p:spPr>
          <a:xfrm>
            <a:off x="7183972" y="3583871"/>
            <a:ext cx="151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Certificates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2051CB-C441-6D5C-1714-61DE854E0DA6}"/>
              </a:ext>
            </a:extLst>
          </p:cNvPr>
          <p:cNvCxnSpPr/>
          <p:nvPr/>
        </p:nvCxnSpPr>
        <p:spPr>
          <a:xfrm>
            <a:off x="5214044" y="1721494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EF176D2-9F46-BBF6-7802-4E8310FDE81F}"/>
              </a:ext>
            </a:extLst>
          </p:cNvPr>
          <p:cNvSpPr/>
          <p:nvPr/>
        </p:nvSpPr>
        <p:spPr>
          <a:xfrm>
            <a:off x="0" y="-241535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DE80B9-756A-9886-5932-C5BD800D783B}"/>
              </a:ext>
            </a:extLst>
          </p:cNvPr>
          <p:cNvSpPr/>
          <p:nvPr/>
        </p:nvSpPr>
        <p:spPr>
          <a:xfrm>
            <a:off x="0" y="6622030"/>
            <a:ext cx="918713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19CD5A9-75F8-F489-A756-19027B63BD92}"/>
              </a:ext>
            </a:extLst>
          </p:cNvPr>
          <p:cNvCxnSpPr>
            <a:cxnSpLocks/>
          </p:cNvCxnSpPr>
          <p:nvPr/>
        </p:nvCxnSpPr>
        <p:spPr>
          <a:xfrm>
            <a:off x="4465148" y="4465031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D5597C2-283E-51ED-C6C1-BCDA7FCD124A}"/>
              </a:ext>
            </a:extLst>
          </p:cNvPr>
          <p:cNvSpPr/>
          <p:nvPr/>
        </p:nvSpPr>
        <p:spPr>
          <a:xfrm>
            <a:off x="3613957" y="5193254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 certificates 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5F3AFD-78F7-AC98-94CC-316B7A97BA0F}"/>
              </a:ext>
            </a:extLst>
          </p:cNvPr>
          <p:cNvCxnSpPr/>
          <p:nvPr/>
        </p:nvCxnSpPr>
        <p:spPr>
          <a:xfrm>
            <a:off x="5356440" y="5879892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11E463-C33F-1553-7988-8811A6334A30}"/>
              </a:ext>
            </a:extLst>
          </p:cNvPr>
          <p:cNvCxnSpPr/>
          <p:nvPr/>
        </p:nvCxnSpPr>
        <p:spPr>
          <a:xfrm>
            <a:off x="7032840" y="5431836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E3ECDA-3F6E-BE20-CCF5-55619DB9CFF3}"/>
              </a:ext>
            </a:extLst>
          </p:cNvPr>
          <p:cNvCxnSpPr/>
          <p:nvPr/>
        </p:nvCxnSpPr>
        <p:spPr>
          <a:xfrm>
            <a:off x="7032840" y="5422692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12D5D6-C59C-B134-BDF4-A8918BEFD799}"/>
              </a:ext>
            </a:extLst>
          </p:cNvPr>
          <p:cNvCxnSpPr>
            <a:cxnSpLocks/>
          </p:cNvCxnSpPr>
          <p:nvPr/>
        </p:nvCxnSpPr>
        <p:spPr>
          <a:xfrm>
            <a:off x="7032840" y="6300516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A8BEEF-50D1-9EC0-4667-DBC443591E93}"/>
              </a:ext>
            </a:extLst>
          </p:cNvPr>
          <p:cNvCxnSpPr>
            <a:cxnSpLocks/>
          </p:cNvCxnSpPr>
          <p:nvPr/>
        </p:nvCxnSpPr>
        <p:spPr>
          <a:xfrm>
            <a:off x="7215720" y="5434884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C26DFCC-FD95-C179-DC13-E32CC6186811}"/>
              </a:ext>
            </a:extLst>
          </p:cNvPr>
          <p:cNvSpPr txBox="1"/>
          <p:nvPr/>
        </p:nvSpPr>
        <p:spPr>
          <a:xfrm>
            <a:off x="7215604" y="5677225"/>
            <a:ext cx="151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66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952F-5245-687A-0564-9D4A7CEC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77D4-B351-28E2-479B-8638E972ECC0}"/>
              </a:ext>
            </a:extLst>
          </p:cNvPr>
          <p:cNvSpPr txBox="1">
            <a:spLocks/>
          </p:cNvSpPr>
          <p:nvPr/>
        </p:nvSpPr>
        <p:spPr>
          <a:xfrm rot="10800000" flipV="1">
            <a:off x="658368" y="144472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45358C-A3FF-0D0B-29AE-91D87FDE9865}"/>
              </a:ext>
            </a:extLst>
          </p:cNvPr>
          <p:cNvSpPr/>
          <p:nvPr/>
        </p:nvSpPr>
        <p:spPr>
          <a:xfrm>
            <a:off x="3535796" y="1014241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Correction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requests</a:t>
            </a:r>
          </a:p>
          <a:p>
            <a:pPr algn="ctr"/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61FB88-5848-D88D-2204-A794DC6AE665}"/>
              </a:ext>
            </a:extLst>
          </p:cNvPr>
          <p:cNvCxnSpPr/>
          <p:nvPr/>
        </p:nvCxnSpPr>
        <p:spPr>
          <a:xfrm>
            <a:off x="6902636" y="1247554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DFAC9F-B92B-DF49-4429-6178EEBC17B9}"/>
              </a:ext>
            </a:extLst>
          </p:cNvPr>
          <p:cNvCxnSpPr/>
          <p:nvPr/>
        </p:nvCxnSpPr>
        <p:spPr>
          <a:xfrm>
            <a:off x="6902636" y="1250602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A6BF4E-18AB-06C3-0D5C-96745BDB43D3}"/>
              </a:ext>
            </a:extLst>
          </p:cNvPr>
          <p:cNvCxnSpPr>
            <a:cxnSpLocks/>
          </p:cNvCxnSpPr>
          <p:nvPr/>
        </p:nvCxnSpPr>
        <p:spPr>
          <a:xfrm>
            <a:off x="6902636" y="2116234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3DCB02-C9CE-DE39-963E-23523018E630}"/>
              </a:ext>
            </a:extLst>
          </p:cNvPr>
          <p:cNvCxnSpPr>
            <a:cxnSpLocks/>
          </p:cNvCxnSpPr>
          <p:nvPr/>
        </p:nvCxnSpPr>
        <p:spPr>
          <a:xfrm>
            <a:off x="7085516" y="1250602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BBB766A-D5BA-5B9C-640F-CB9EF2691D91}"/>
              </a:ext>
            </a:extLst>
          </p:cNvPr>
          <p:cNvSpPr/>
          <p:nvPr/>
        </p:nvSpPr>
        <p:spPr>
          <a:xfrm>
            <a:off x="353568" y="1284197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E34EB7-A73B-A41F-E6F2-CAF480C8CA39}"/>
              </a:ext>
            </a:extLst>
          </p:cNvPr>
          <p:cNvCxnSpPr>
            <a:cxnSpLocks/>
          </p:cNvCxnSpPr>
          <p:nvPr/>
        </p:nvCxnSpPr>
        <p:spPr>
          <a:xfrm>
            <a:off x="2084832" y="1664678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CF655C-6265-18E6-E5B9-248B85C3D99A}"/>
              </a:ext>
            </a:extLst>
          </p:cNvPr>
          <p:cNvSpPr txBox="1"/>
          <p:nvPr/>
        </p:nvSpPr>
        <p:spPr>
          <a:xfrm>
            <a:off x="7146360" y="1380805"/>
            <a:ext cx="1440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Correction</a:t>
            </a:r>
          </a:p>
          <a:p>
            <a:r>
              <a:rPr lang="en-US" dirty="0"/>
              <a:t>requests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3A2C06-1C50-F326-7DFC-BA4392BC84FF}"/>
              </a:ext>
            </a:extLst>
          </p:cNvPr>
          <p:cNvCxnSpPr/>
          <p:nvPr/>
        </p:nvCxnSpPr>
        <p:spPr>
          <a:xfrm>
            <a:off x="5214044" y="1695613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928F4A3-46B3-9283-33AE-786E6ECD3BD0}"/>
              </a:ext>
            </a:extLst>
          </p:cNvPr>
          <p:cNvSpPr/>
          <p:nvPr/>
        </p:nvSpPr>
        <p:spPr>
          <a:xfrm>
            <a:off x="0" y="-241535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4E051C-FBAE-B2DA-8F77-BDF5F1854F66}"/>
              </a:ext>
            </a:extLst>
          </p:cNvPr>
          <p:cNvSpPr/>
          <p:nvPr/>
        </p:nvSpPr>
        <p:spPr>
          <a:xfrm>
            <a:off x="0" y="6509892"/>
            <a:ext cx="918713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7661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07E1-00A2-682A-1532-2C49774CA6B2}"/>
              </a:ext>
            </a:extLst>
          </p:cNvPr>
          <p:cNvSpPr txBox="1">
            <a:spLocks/>
          </p:cNvSpPr>
          <p:nvPr/>
        </p:nvSpPr>
        <p:spPr>
          <a:xfrm rot="10800000" flipV="1">
            <a:off x="658368" y="377381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2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8C078A-CE82-D832-0BAA-B2815FEB708B}"/>
              </a:ext>
            </a:extLst>
          </p:cNvPr>
          <p:cNvSpPr/>
          <p:nvPr/>
        </p:nvSpPr>
        <p:spPr>
          <a:xfrm>
            <a:off x="3535796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4F72C5-1F99-0380-C4F9-867F42F03A2E}"/>
              </a:ext>
            </a:extLst>
          </p:cNvPr>
          <p:cNvCxnSpPr/>
          <p:nvPr/>
        </p:nvCxnSpPr>
        <p:spPr>
          <a:xfrm>
            <a:off x="5324808" y="4097081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D1FA94-6588-34CB-CB9B-B843582B01B6}"/>
              </a:ext>
            </a:extLst>
          </p:cNvPr>
          <p:cNvCxnSpPr/>
          <p:nvPr/>
        </p:nvCxnSpPr>
        <p:spPr>
          <a:xfrm>
            <a:off x="6902636" y="1497721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CFEBF9-3199-B818-A586-1F96D1FF148D}"/>
              </a:ext>
            </a:extLst>
          </p:cNvPr>
          <p:cNvCxnSpPr/>
          <p:nvPr/>
        </p:nvCxnSpPr>
        <p:spPr>
          <a:xfrm>
            <a:off x="6902636" y="1500769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3C92B1-82C3-2C48-C5A4-DEF113477675}"/>
              </a:ext>
            </a:extLst>
          </p:cNvPr>
          <p:cNvCxnSpPr>
            <a:cxnSpLocks/>
          </p:cNvCxnSpPr>
          <p:nvPr/>
        </p:nvCxnSpPr>
        <p:spPr>
          <a:xfrm>
            <a:off x="6902636" y="2366401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13A09A-B01C-1991-1DA5-3E6F567C9E8F}"/>
              </a:ext>
            </a:extLst>
          </p:cNvPr>
          <p:cNvCxnSpPr>
            <a:cxnSpLocks/>
          </p:cNvCxnSpPr>
          <p:nvPr/>
        </p:nvCxnSpPr>
        <p:spPr>
          <a:xfrm>
            <a:off x="7085516" y="1500769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36B2F4C-ECC8-6F07-36B1-6507C4BF9EBD}"/>
              </a:ext>
            </a:extLst>
          </p:cNvPr>
          <p:cNvSpPr/>
          <p:nvPr/>
        </p:nvSpPr>
        <p:spPr>
          <a:xfrm>
            <a:off x="353568" y="1551608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Students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6DB75-4989-0E61-06FF-E72EF4A902CA}"/>
              </a:ext>
            </a:extLst>
          </p:cNvPr>
          <p:cNvCxnSpPr>
            <a:cxnSpLocks/>
          </p:cNvCxnSpPr>
          <p:nvPr/>
        </p:nvCxnSpPr>
        <p:spPr>
          <a:xfrm>
            <a:off x="2084832" y="1923463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4D22A1-D396-5387-7CBD-596194661669}"/>
              </a:ext>
            </a:extLst>
          </p:cNvPr>
          <p:cNvSpPr txBox="1"/>
          <p:nvPr/>
        </p:nvSpPr>
        <p:spPr>
          <a:xfrm>
            <a:off x="7146361" y="1743110"/>
            <a:ext cx="9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C3F762-06A2-08D7-0799-513D7D101E18}"/>
              </a:ext>
            </a:extLst>
          </p:cNvPr>
          <p:cNvCxnSpPr>
            <a:cxnSpLocks/>
          </p:cNvCxnSpPr>
          <p:nvPr/>
        </p:nvCxnSpPr>
        <p:spPr>
          <a:xfrm>
            <a:off x="4416260" y="2621855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F647AA4-30A7-8FC1-0D9B-F3FE18951DF1}"/>
              </a:ext>
            </a:extLst>
          </p:cNvPr>
          <p:cNvSpPr/>
          <p:nvPr/>
        </p:nvSpPr>
        <p:spPr>
          <a:xfrm>
            <a:off x="3560996" y="3375807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 &amp; download Certificate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548E45-E5B6-1A75-FC6F-B8A0B06440ED}"/>
              </a:ext>
            </a:extLst>
          </p:cNvPr>
          <p:cNvCxnSpPr/>
          <p:nvPr/>
        </p:nvCxnSpPr>
        <p:spPr>
          <a:xfrm>
            <a:off x="7001208" y="3649025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ADC9F6-9B34-4E90-1CEC-54CEBC8742B6}"/>
              </a:ext>
            </a:extLst>
          </p:cNvPr>
          <p:cNvCxnSpPr/>
          <p:nvPr/>
        </p:nvCxnSpPr>
        <p:spPr>
          <a:xfrm>
            <a:off x="7001208" y="363988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F1BF3D-4F46-93E0-11EB-C334D8C2E6C9}"/>
              </a:ext>
            </a:extLst>
          </p:cNvPr>
          <p:cNvCxnSpPr>
            <a:cxnSpLocks/>
          </p:cNvCxnSpPr>
          <p:nvPr/>
        </p:nvCxnSpPr>
        <p:spPr>
          <a:xfrm>
            <a:off x="7001208" y="4517705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58DDA8-FE0B-91D0-1BA3-D3AD3CF58A41}"/>
              </a:ext>
            </a:extLst>
          </p:cNvPr>
          <p:cNvCxnSpPr>
            <a:cxnSpLocks/>
          </p:cNvCxnSpPr>
          <p:nvPr/>
        </p:nvCxnSpPr>
        <p:spPr>
          <a:xfrm>
            <a:off x="7184088" y="3652073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66CB9B-4599-34A0-6098-BFC79ADB66DF}"/>
              </a:ext>
            </a:extLst>
          </p:cNvPr>
          <p:cNvSpPr txBox="1"/>
          <p:nvPr/>
        </p:nvSpPr>
        <p:spPr>
          <a:xfrm>
            <a:off x="7183972" y="3885788"/>
            <a:ext cx="151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certificates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68420F-D261-A37D-042A-A215B4AB8832}"/>
              </a:ext>
            </a:extLst>
          </p:cNvPr>
          <p:cNvCxnSpPr/>
          <p:nvPr/>
        </p:nvCxnSpPr>
        <p:spPr>
          <a:xfrm>
            <a:off x="5214044" y="1945777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19E37F-D9D0-72A5-8D9D-2DFE398CA9CA}"/>
              </a:ext>
            </a:extLst>
          </p:cNvPr>
          <p:cNvCxnSpPr>
            <a:cxnSpLocks/>
          </p:cNvCxnSpPr>
          <p:nvPr/>
        </p:nvCxnSpPr>
        <p:spPr>
          <a:xfrm>
            <a:off x="5299966" y="5904265"/>
            <a:ext cx="1707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900F9CF-47D4-0683-D29A-DD656EDEFB47}"/>
              </a:ext>
            </a:extLst>
          </p:cNvPr>
          <p:cNvSpPr/>
          <p:nvPr/>
        </p:nvSpPr>
        <p:spPr>
          <a:xfrm>
            <a:off x="3589966" y="5236234"/>
            <a:ext cx="1697334" cy="12853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corrections(if any)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8EBF89-0BD2-CA63-B638-D240CCF198DB}"/>
              </a:ext>
            </a:extLst>
          </p:cNvPr>
          <p:cNvCxnSpPr/>
          <p:nvPr/>
        </p:nvCxnSpPr>
        <p:spPr>
          <a:xfrm>
            <a:off x="7019496" y="545620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BAEDC4-873A-02AF-F3BC-EBC0C6A3A7AB}"/>
              </a:ext>
            </a:extLst>
          </p:cNvPr>
          <p:cNvCxnSpPr>
            <a:cxnSpLocks/>
          </p:cNvCxnSpPr>
          <p:nvPr/>
        </p:nvCxnSpPr>
        <p:spPr>
          <a:xfrm>
            <a:off x="7019490" y="6333516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292219-F691-A59F-3A6A-3CBC0AEE16A8}"/>
              </a:ext>
            </a:extLst>
          </p:cNvPr>
          <p:cNvCxnSpPr>
            <a:cxnSpLocks/>
          </p:cNvCxnSpPr>
          <p:nvPr/>
        </p:nvCxnSpPr>
        <p:spPr>
          <a:xfrm>
            <a:off x="7202376" y="545925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72C6DC9-5D72-C9DF-433E-3559B79E8EEA}"/>
              </a:ext>
            </a:extLst>
          </p:cNvPr>
          <p:cNvSpPr txBox="1"/>
          <p:nvPr/>
        </p:nvSpPr>
        <p:spPr>
          <a:xfrm>
            <a:off x="7202260" y="5563576"/>
            <a:ext cx="1432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Correction requests</a:t>
            </a:r>
            <a:endParaRPr lang="en-IN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160413-16D2-1840-A875-B190DD6AF00F}"/>
              </a:ext>
            </a:extLst>
          </p:cNvPr>
          <p:cNvCxnSpPr/>
          <p:nvPr/>
        </p:nvCxnSpPr>
        <p:spPr>
          <a:xfrm>
            <a:off x="7019496" y="545925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EAE1E2-895D-5811-2AB6-4198FEB3B37A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4432776" y="4728540"/>
            <a:ext cx="0" cy="507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DD78E1C-AD61-FB93-CD9C-7EEFD39C70AE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1C511B-27A3-E328-7A6E-C8C3D8691BB3}"/>
              </a:ext>
            </a:extLst>
          </p:cNvPr>
          <p:cNvSpPr/>
          <p:nvPr/>
        </p:nvSpPr>
        <p:spPr>
          <a:xfrm>
            <a:off x="0" y="6570277"/>
            <a:ext cx="918713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30446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58</TotalTime>
  <Words>417</Words>
  <Application>Microsoft Office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Garamond</vt:lpstr>
      <vt:lpstr>Times New Roman</vt:lpstr>
      <vt:lpstr>Savon</vt:lpstr>
      <vt:lpstr>Certificate GENARATOR  fOR  COLLEGE EVENTS</vt:lpstr>
      <vt:lpstr>1. About the Project</vt:lpstr>
      <vt:lpstr>2. Hardware &amp; Software Specifications</vt:lpstr>
      <vt:lpstr>3. Problem Definition</vt:lpstr>
      <vt:lpstr>4. System Study</vt:lpstr>
      <vt:lpstr>5. Proposed System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Logeswaran K</cp:lastModifiedBy>
  <cp:revision>6</cp:revision>
  <dcterms:created xsi:type="dcterms:W3CDTF">2013-01-27T09:14:16Z</dcterms:created>
  <dcterms:modified xsi:type="dcterms:W3CDTF">2026-01-24T15:08:34Z</dcterms:modified>
  <cp:category/>
</cp:coreProperties>
</file>